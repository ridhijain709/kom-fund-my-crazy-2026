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exec_slide_1_4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exec_slide_2_4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exec_slide_3_4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exec_slide_4_4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exec_slide_5_4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