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_slide_1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_slide_2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_slide_3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_slide_4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ec_slide_5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